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9"/>
  </p:notesMasterIdLst>
  <p:sldIdLst>
    <p:sldId id="292" r:id="rId2"/>
    <p:sldId id="286" r:id="rId3"/>
    <p:sldId id="287" r:id="rId4"/>
    <p:sldId id="288" r:id="rId5"/>
    <p:sldId id="259" r:id="rId6"/>
    <p:sldId id="291" r:id="rId7"/>
    <p:sldId id="294" r:id="rId8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785" autoAdjust="0"/>
  </p:normalViewPr>
  <p:slideViewPr>
    <p:cSldViewPr>
      <p:cViewPr varScale="1">
        <p:scale>
          <a:sx n="69" d="100"/>
          <a:sy n="69" d="100"/>
        </p:scale>
        <p:origin x="-11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CE038-4810-4419-9316-581E2D9071DA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5E9423-BD83-4CC6-97C2-EBBBB192DA38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ângulo isósceles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riângulo retângulo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Triângulo isósceles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11" name="Conector reto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60000">
              <a:schemeClr val="bg1">
                <a:shade val="92000"/>
                <a:satMod val="230000"/>
              </a:schemeClr>
            </a:gs>
            <a:gs pos="100000">
              <a:schemeClr val="bg1">
                <a:tint val="85000"/>
                <a:satMod val="40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ângulo retângulo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Conector reto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E28BDA7-662F-4293-96AB-16AB34E513F2}" type="datetimeFigureOut">
              <a:rPr lang="pt-BR" smtClean="0"/>
              <a:pPr/>
              <a:t>16/06/2017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820F4A51-4809-46D0-98F1-6EB9478C85AA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 descr="fundo-preto tela octogono.jpg"/>
          <p:cNvPicPr>
            <a:picLocks noChangeAspect="1"/>
          </p:cNvPicPr>
          <p:nvPr/>
        </p:nvPicPr>
        <p:blipFill>
          <a:blip r:embed="rId2" cstate="print"/>
          <a:srcRect l="9838" b="36768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6" name="Imagem 5" descr="27 Agosto Campeonato 0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350" y="0"/>
            <a:ext cx="9137650" cy="6858000"/>
          </a:xfrm>
          <a:prstGeom prst="rect">
            <a:avLst/>
          </a:prstGeom>
        </p:spPr>
      </p:pic>
      <p:pic>
        <p:nvPicPr>
          <p:cNvPr id="7" name="Imagem 6" descr="IMG-20160829-WA002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548680"/>
            <a:ext cx="1403648" cy="918102"/>
          </a:xfrm>
          <a:prstGeom prst="rect">
            <a:avLst/>
          </a:prstGeom>
        </p:spPr>
      </p:pic>
      <p:pic>
        <p:nvPicPr>
          <p:cNvPr id="8" name="Imagem 7" descr="IMG-20160829-WA0026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40352" y="548680"/>
            <a:ext cx="1403648" cy="9181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Sem título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293096"/>
            <a:ext cx="9144000" cy="2564904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0" y="0"/>
            <a:ext cx="9144000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b="1" dirty="0" smtClean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pt-BR" sz="2000" b="1" dirty="0" smtClean="0">
                <a:solidFill>
                  <a:srgbClr val="FF0000"/>
                </a:solidFill>
              </a:rPr>
              <a:t>SOBRE O EVENTO?</a:t>
            </a:r>
          </a:p>
          <a:p>
            <a:pPr algn="ctr"/>
            <a:endParaRPr lang="pt-BR" sz="2000" b="1" u="sng" dirty="0" smtClean="0">
              <a:solidFill>
                <a:srgbClr val="FF0000"/>
              </a:solidFill>
            </a:endParaRPr>
          </a:p>
          <a:p>
            <a:pPr algn="just"/>
            <a:r>
              <a:rPr lang="pt-BR" sz="2000" dirty="0" smtClean="0"/>
              <a:t>O evento é organizado </a:t>
            </a:r>
            <a:r>
              <a:rPr lang="pt-BR" sz="2000" dirty="0" smtClean="0"/>
              <a:t>pela:</a:t>
            </a:r>
          </a:p>
          <a:p>
            <a:pPr algn="just"/>
            <a:endParaRPr lang="pt-BR" sz="2000" dirty="0" smtClean="0"/>
          </a:p>
          <a:p>
            <a:pPr algn="ctr"/>
            <a:r>
              <a:rPr lang="pt-BR" sz="2000" dirty="0" smtClean="0"/>
              <a:t> </a:t>
            </a:r>
            <a:r>
              <a:rPr lang="pt-BR" sz="2000" b="1" dirty="0" smtClean="0"/>
              <a:t>FEDERAÇÃO MUAY THAI CHAIYA E ARTES MARCIAIS MISTAS</a:t>
            </a:r>
          </a:p>
          <a:p>
            <a:pPr algn="ctr"/>
            <a:r>
              <a:rPr lang="pt-BR" sz="2000" b="1" dirty="0" smtClean="0"/>
              <a:t> DO ESTADO DE MINAS GERAIS</a:t>
            </a:r>
          </a:p>
          <a:p>
            <a:pPr algn="ctr"/>
            <a:endParaRPr lang="pt-BR" sz="2000" b="1" dirty="0" smtClean="0"/>
          </a:p>
          <a:p>
            <a:pPr algn="just"/>
            <a:r>
              <a:rPr lang="pt-BR" sz="2000" b="1" dirty="0" smtClean="0"/>
              <a:t> 	</a:t>
            </a:r>
            <a:r>
              <a:rPr lang="pt-BR" sz="2000" dirty="0" smtClean="0"/>
              <a:t>Com </a:t>
            </a:r>
            <a:r>
              <a:rPr lang="pt-BR" sz="2000" dirty="0" smtClean="0"/>
              <a:t>o foco de realizar o maior evento de artes marciais já realizado em Contagem, com a reunião de várias modalidades em mais de 8 horas seguidas de </a:t>
            </a:r>
            <a:r>
              <a:rPr lang="pt-BR" sz="2000" dirty="0" smtClean="0"/>
              <a:t>combates de </a:t>
            </a:r>
            <a:r>
              <a:rPr lang="pt-BR" sz="2000" dirty="0" smtClean="0"/>
              <a:t>Taekwondo, Judô, </a:t>
            </a:r>
            <a:r>
              <a:rPr lang="pt-BR" sz="2000" dirty="0" err="1" smtClean="0"/>
              <a:t>Kick</a:t>
            </a:r>
            <a:r>
              <a:rPr lang="pt-BR" sz="2000" dirty="0" smtClean="0"/>
              <a:t> </a:t>
            </a:r>
            <a:r>
              <a:rPr lang="pt-BR" sz="2000" dirty="0" err="1" smtClean="0"/>
              <a:t>Boxing</a:t>
            </a:r>
            <a:r>
              <a:rPr lang="pt-BR" sz="2000" dirty="0" smtClean="0"/>
              <a:t>, Jiu-jítsu, Boxe, </a:t>
            </a:r>
            <a:r>
              <a:rPr lang="pt-BR" sz="2000" dirty="0" err="1" smtClean="0"/>
              <a:t>Sanda</a:t>
            </a:r>
            <a:r>
              <a:rPr lang="pt-BR" sz="2000" dirty="0" smtClean="0"/>
              <a:t>, Muay Thai, </a:t>
            </a:r>
            <a:r>
              <a:rPr lang="pt-BR" sz="2000" dirty="0" err="1" smtClean="0"/>
              <a:t>Kung</a:t>
            </a:r>
            <a:r>
              <a:rPr lang="pt-BR" sz="2000" dirty="0" smtClean="0"/>
              <a:t> </a:t>
            </a:r>
            <a:r>
              <a:rPr lang="pt-BR" sz="2000" dirty="0" err="1" smtClean="0"/>
              <a:t>Fú</a:t>
            </a:r>
            <a:r>
              <a:rPr lang="pt-BR" sz="2000" dirty="0" smtClean="0"/>
              <a:t> e MMA. Nosso objetivo promover e divulgar de uma forma legal e segura as artes </a:t>
            </a:r>
            <a:r>
              <a:rPr lang="pt-BR" sz="2000" dirty="0" smtClean="0"/>
              <a:t>marciais. </a:t>
            </a:r>
            <a:r>
              <a:rPr lang="pt-BR" sz="2000" dirty="0" smtClean="0"/>
              <a:t/>
            </a:r>
            <a:br>
              <a:rPr lang="pt-BR" sz="2000" dirty="0" smtClean="0"/>
            </a:br>
            <a:endParaRPr lang="pt-BR" sz="2000" b="1" u="sng" dirty="0" smtClean="0">
              <a:solidFill>
                <a:srgbClr val="FF0000"/>
              </a:solidFill>
            </a:endParaRPr>
          </a:p>
          <a:p>
            <a:pPr algn="ctr"/>
            <a:endParaRPr lang="pt-BR" sz="2000" u="sng" dirty="0" smtClean="0"/>
          </a:p>
          <a:p>
            <a:endParaRPr lang="pt-BR" sz="1200" dirty="0" smtClean="0"/>
          </a:p>
          <a:p>
            <a:endParaRPr lang="pt-BR" sz="1200" dirty="0" smtClean="0"/>
          </a:p>
          <a:p>
            <a:endParaRPr lang="pt-BR" sz="1200" dirty="0" smtClean="0"/>
          </a:p>
          <a:p>
            <a:r>
              <a:rPr lang="pt-BR" sz="1200" dirty="0" smtClean="0"/>
              <a:t> </a:t>
            </a:r>
            <a:endParaRPr lang="pt-BR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Robson\Desktop\Oficios fmtcmma\27 Agosto Campeonato 0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0" y="3717032"/>
            <a:ext cx="9137650" cy="3140968"/>
          </a:xfrm>
          <a:prstGeom prst="rect">
            <a:avLst/>
          </a:prstGeom>
          <a:noFill/>
        </p:spPr>
      </p:pic>
      <p:sp>
        <p:nvSpPr>
          <p:cNvPr id="5" name="Retângulo 4"/>
          <p:cNvSpPr/>
          <p:nvPr/>
        </p:nvSpPr>
        <p:spPr>
          <a:xfrm>
            <a:off x="2771800" y="188640"/>
            <a:ext cx="2893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PARCEIROS  DO EVENTO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0" y="692696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b="1" dirty="0" smtClean="0">
                <a:latin typeface="Arial" pitchFamily="34" charset="0"/>
                <a:cs typeface="Arial" pitchFamily="34" charset="0"/>
              </a:rPr>
              <a:t>O parceiro do evento nos ajuda a fazer o show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acontecer. Com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recursos monetários que cobrem gastos essenciais para que o evento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aconteça.Tais como:</a:t>
            </a:r>
          </a:p>
          <a:p>
            <a:pPr algn="ctr"/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pPr algn="ctr">
              <a:buFont typeface="Arial" pitchFamily="34" charset="0"/>
              <a:buChar char="•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UNIDADE MÓVEL</a:t>
            </a:r>
          </a:p>
          <a:p>
            <a:pPr algn="ctr">
              <a:buFont typeface="Arial" pitchFamily="34" charset="0"/>
              <a:buChar char="•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ARBITRAGEM</a:t>
            </a:r>
          </a:p>
          <a:p>
            <a:pPr algn="ctr">
              <a:buFont typeface="Arial" pitchFamily="34" charset="0"/>
              <a:buChar char="•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ALUGUEL DE MESAS E CADEIRAS</a:t>
            </a:r>
          </a:p>
          <a:p>
            <a:pPr algn="ctr">
              <a:buFont typeface="Arial" pitchFamily="34" charset="0"/>
              <a:buChar char="•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COMUNICAÇÃO VISUAL</a:t>
            </a:r>
          </a:p>
          <a:p>
            <a:pPr algn="ctr">
              <a:buFont typeface="Arial" pitchFamily="34" charset="0"/>
              <a:buChar char="•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ANNOUNCER</a:t>
            </a:r>
          </a:p>
          <a:p>
            <a:pPr algn="ctr">
              <a:buFont typeface="Arial" pitchFamily="34" charset="0"/>
              <a:buChar char="•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ALUGUEL DO ESPAÇO PARA EVENTO</a:t>
            </a:r>
          </a:p>
          <a:p>
            <a:pPr algn="ctr">
              <a:buFont typeface="Arial" pitchFamily="34" charset="0"/>
              <a:buChar char="•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SISTEMA DE SOM E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ILUMINAÇÃO E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ETC. </a:t>
            </a:r>
            <a:endParaRPr lang="pt-BR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195736" y="188640"/>
            <a:ext cx="41472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VANTAGENS EM SER UM APOIADOR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889844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O evento contará com a participação de várias formas de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divulgação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como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Blogs, sites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de comunicação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visual envolvidos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e não envolvidos com as Artes marciais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pt-BR" b="1" dirty="0" err="1" smtClean="0">
                <a:latin typeface="Arial" pitchFamily="34" charset="0"/>
                <a:cs typeface="Arial" pitchFamily="34" charset="0"/>
              </a:rPr>
              <a:t>facebook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pt-BR" b="1" dirty="0" err="1" smtClean="0">
                <a:latin typeface="Arial" pitchFamily="34" charset="0"/>
                <a:cs typeface="Arial" pitchFamily="34" charset="0"/>
              </a:rPr>
              <a:t>instagram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pt-BR" b="1" dirty="0" err="1" smtClean="0">
                <a:latin typeface="Arial" pitchFamily="34" charset="0"/>
                <a:cs typeface="Arial" pitchFamily="34" charset="0"/>
              </a:rPr>
              <a:t>youtube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e vários outros veículos de comunicação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O apoiador terá sua marca estampada em adesivos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, cartazes e vídeos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produzidos e publicados pelo evento e por todas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as formas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de divulgação envolvida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pt-BR" b="1" dirty="0" smtClean="0">
                <a:latin typeface="Arial" pitchFamily="34" charset="0"/>
                <a:cs typeface="Arial" pitchFamily="34" charset="0"/>
              </a:rPr>
              <a:t>Terá sua marca e nome anunciada durante todo o evento,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aumentando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assim a visibilidade e conhecimento de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sua marca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e nome. </a:t>
            </a:r>
          </a:p>
        </p:txBody>
      </p:sp>
      <p:pic>
        <p:nvPicPr>
          <p:cNvPr id="2050" name="Picture 2" descr="C:\Users\Robson\Desktop\estrutura oficial fmtcmm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3645024"/>
            <a:ext cx="8640960" cy="3024336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0" y="260648"/>
            <a:ext cx="9144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 smtClean="0">
                <a:latin typeface="Arial" pitchFamily="34" charset="0"/>
                <a:cs typeface="Arial" pitchFamily="34" charset="0"/>
              </a:rPr>
              <a:t>Com atletas muito bem preparados,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o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evento proporciona as melhores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lutas,e os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melhores nocautes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. Temos uma ótima apresentação do evento, dando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ênfase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e destaque em todo cronograma aos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apoiadores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.E uma grande parceria com os melhores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 veículos 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de comunicação, dentro e fora da área. Contamos com uma ótima equipe de trabalho dentre eles; </a:t>
            </a:r>
            <a:r>
              <a:rPr lang="pt-BR" sz="2000" b="1" dirty="0" err="1" smtClean="0">
                <a:latin typeface="Arial" pitchFamily="34" charset="0"/>
                <a:cs typeface="Arial" pitchFamily="34" charset="0"/>
              </a:rPr>
              <a:t>announcer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, árbitros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, juízes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, equipe médica, e as mais belas </a:t>
            </a:r>
            <a:r>
              <a:rPr lang="pt-BR" sz="2000" b="1" dirty="0" err="1" smtClean="0">
                <a:latin typeface="Arial" pitchFamily="34" charset="0"/>
                <a:cs typeface="Arial" pitchFamily="34" charset="0"/>
              </a:rPr>
              <a:t>Ring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 Girls</a:t>
            </a:r>
            <a:r>
              <a:rPr lang="pt-BR" sz="2000" b="1" dirty="0" smtClean="0">
                <a:latin typeface="Arial" pitchFamily="34" charset="0"/>
                <a:cs typeface="Arial" pitchFamily="34" charset="0"/>
              </a:rPr>
              <a:t>.</a:t>
            </a:r>
            <a:endParaRPr lang="pt-BR" sz="2000" b="1" dirty="0" smtClean="0">
              <a:latin typeface="Arial" pitchFamily="34" charset="0"/>
              <a:cs typeface="Arial" pitchFamily="34" charset="0"/>
            </a:endParaRPr>
          </a:p>
          <a:p>
            <a:endParaRPr lang="pt-BR" sz="1200" b="1" dirty="0" smtClean="0">
              <a:latin typeface="Arial" pitchFamily="34" charset="0"/>
              <a:cs typeface="Arial" pitchFamily="34" charset="0"/>
            </a:endParaRPr>
          </a:p>
          <a:p>
            <a:endParaRPr lang="pt-BR" sz="1200" b="1" dirty="0" smtClean="0">
              <a:latin typeface="Arial" pitchFamily="34" charset="0"/>
              <a:cs typeface="Arial" pitchFamily="34" charset="0"/>
            </a:endParaRPr>
          </a:p>
          <a:p>
            <a:endParaRPr lang="pt-BR" dirty="0"/>
          </a:p>
        </p:txBody>
      </p:sp>
      <p:pic>
        <p:nvPicPr>
          <p:cNvPr id="10" name="Imagem 9" descr="fmtcmma funfo transparente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3528" y="2492896"/>
            <a:ext cx="8533456" cy="4176464"/>
          </a:xfrm>
          <a:prstGeom prst="rect">
            <a:avLst/>
          </a:prstGeom>
          <a:effectLst>
            <a:softEdge rad="635000"/>
          </a:effectLst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323528" y="260648"/>
            <a:ext cx="8496944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smtClean="0">
                <a:latin typeface="Arial" pitchFamily="34" charset="0"/>
                <a:cs typeface="Arial" pitchFamily="34" charset="0"/>
              </a:rPr>
              <a:t>Gastos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pt-BR" sz="2400" b="1" dirty="0" smtClean="0">
                <a:latin typeface="Arial" pitchFamily="34" charset="0"/>
                <a:cs typeface="Arial" pitchFamily="34" charset="0"/>
              </a:rPr>
              <a:t>INVENCIBLE CHAIYA FIGHT</a:t>
            </a:r>
          </a:p>
          <a:p>
            <a:pPr algn="ctr"/>
            <a:r>
              <a:rPr lang="pt-BR" sz="2400" b="1" dirty="0" smtClean="0">
                <a:latin typeface="Arial" pitchFamily="34" charset="0"/>
                <a:cs typeface="Arial" pitchFamily="34" charset="0"/>
              </a:rPr>
              <a:t>CAMPEONATO MINEIRO DE MUAY THAI CHAIYA E MMA </a:t>
            </a:r>
          </a:p>
          <a:p>
            <a:pPr algn="ctr"/>
            <a:r>
              <a:rPr lang="pt-BR" sz="2400" b="1" dirty="0" smtClean="0">
                <a:latin typeface="Arial" pitchFamily="34" charset="0"/>
                <a:cs typeface="Arial" pitchFamily="34" charset="0"/>
              </a:rPr>
              <a:t>27 </a:t>
            </a: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de </a:t>
            </a:r>
            <a:r>
              <a:rPr lang="pt-BR" sz="2400" b="1" dirty="0" smtClean="0">
                <a:latin typeface="Arial" pitchFamily="34" charset="0"/>
                <a:cs typeface="Arial" pitchFamily="34" charset="0"/>
              </a:rPr>
              <a:t>Agosto de 2017</a:t>
            </a:r>
            <a:endParaRPr lang="pt-BR" sz="2400" b="1" dirty="0" smtClean="0">
              <a:latin typeface="Arial" pitchFamily="34" charset="0"/>
              <a:cs typeface="Arial" pitchFamily="34" charset="0"/>
            </a:endParaRPr>
          </a:p>
          <a:p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endParaRPr lang="pt-BR" b="1" dirty="0" smtClean="0">
              <a:latin typeface="Arial" pitchFamily="34" charset="0"/>
              <a:cs typeface="Arial" pitchFamily="34" charset="0"/>
            </a:endParaRPr>
          </a:p>
          <a:p>
            <a:pPr marL="514350" indent="-514350" algn="ctr">
              <a:buAutoNum type="arabicPeriod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Ingressos </a:t>
            </a:r>
          </a:p>
          <a:p>
            <a:pPr marL="514350" indent="-514350" algn="ctr">
              <a:buAutoNum type="arabicPeriod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Sistema de som</a:t>
            </a:r>
          </a:p>
          <a:p>
            <a:pPr marL="514350" indent="-514350" algn="ctr"/>
            <a:r>
              <a:rPr lang="pt-BR" b="1" dirty="0" smtClean="0">
                <a:latin typeface="Arial" pitchFamily="34" charset="0"/>
                <a:cs typeface="Arial" pitchFamily="34" charset="0"/>
              </a:rPr>
              <a:t>3.   </a:t>
            </a:r>
            <a:r>
              <a:rPr lang="pt-BR" b="1" dirty="0" err="1" smtClean="0">
                <a:latin typeface="Arial" pitchFamily="34" charset="0"/>
                <a:cs typeface="Arial" pitchFamily="34" charset="0"/>
              </a:rPr>
              <a:t>Announcer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 (locutor) </a:t>
            </a:r>
          </a:p>
          <a:p>
            <a:pPr marL="514350" indent="-514350" algn="ctr"/>
            <a:r>
              <a:rPr lang="pt-BR" b="1" dirty="0" smtClean="0">
                <a:latin typeface="Arial" pitchFamily="34" charset="0"/>
                <a:cs typeface="Arial" pitchFamily="34" charset="0"/>
              </a:rPr>
              <a:t>4.   Iluminação 	</a:t>
            </a:r>
          </a:p>
          <a:p>
            <a:pPr marL="514350" indent="-514350" algn="ctr"/>
            <a:r>
              <a:rPr lang="pt-BR" b="1" dirty="0" smtClean="0">
                <a:latin typeface="Arial" pitchFamily="34" charset="0"/>
                <a:cs typeface="Arial" pitchFamily="34" charset="0"/>
              </a:rPr>
              <a:t>5.   Arbitragem </a:t>
            </a:r>
          </a:p>
          <a:p>
            <a:pPr marL="514350" indent="-514350" algn="ctr"/>
            <a:r>
              <a:rPr lang="pt-BR" b="1" dirty="0" smtClean="0">
                <a:latin typeface="Arial" pitchFamily="34" charset="0"/>
                <a:cs typeface="Arial" pitchFamily="34" charset="0"/>
              </a:rPr>
              <a:t>6.	Equipe médica </a:t>
            </a:r>
          </a:p>
          <a:p>
            <a:pPr marL="514350" indent="-514350" algn="ctr">
              <a:buAutoNum type="arabicPeriod" startAt="7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Comunicação Visual (fotos e filmagens)</a:t>
            </a:r>
          </a:p>
          <a:p>
            <a:pPr marL="514350" indent="-514350" algn="ctr">
              <a:buAutoNum type="arabicPeriod" startAt="7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Aluguel da quadra </a:t>
            </a:r>
          </a:p>
          <a:p>
            <a:pPr marL="514350" indent="-514350" algn="ctr">
              <a:buAutoNum type="arabicPeriod" startAt="7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Aluguel de banheiro químico</a:t>
            </a:r>
          </a:p>
          <a:p>
            <a:pPr marL="514350" indent="-514350" algn="ctr">
              <a:buAutoNum type="arabicPeriod" startAt="7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Aluguel de mesas – 50 mesas </a:t>
            </a:r>
          </a:p>
          <a:p>
            <a:pPr marL="514350" indent="-514350" algn="ctr">
              <a:buAutoNum type="arabicPeriod" startAt="7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Divulgação (adesivos,carro de som) </a:t>
            </a:r>
          </a:p>
          <a:p>
            <a:pPr marL="514350" indent="-514350" algn="ctr">
              <a:buAutoNum type="arabicPeriod" startAt="7"/>
            </a:pPr>
            <a:r>
              <a:rPr lang="pt-BR" b="1" dirty="0" smtClean="0">
                <a:latin typeface="Arial" pitchFamily="34" charset="0"/>
                <a:cs typeface="Arial" pitchFamily="34" charset="0"/>
              </a:rPr>
              <a:t>Total – </a:t>
            </a:r>
            <a:r>
              <a:rPr lang="pt-BR" b="1" dirty="0" smtClean="0">
                <a:latin typeface="Arial" pitchFamily="34" charset="0"/>
                <a:cs typeface="Arial" pitchFamily="34" charset="0"/>
              </a:rPr>
              <a:t>R$ 6.400,00</a:t>
            </a:r>
            <a:endParaRPr lang="pt-BR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Robson\Desktop\Oficios fmtcmma\27 Agosto Campeonat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1013</TotalTime>
  <Words>281</Words>
  <Application>Microsoft Office PowerPoint</Application>
  <PresentationFormat>Apresentação na tela (4:3)</PresentationFormat>
  <Paragraphs>54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8" baseType="lpstr">
      <vt:lpstr>Verve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Fabio</dc:creator>
  <cp:lastModifiedBy>Robson</cp:lastModifiedBy>
  <cp:revision>131</cp:revision>
  <dcterms:created xsi:type="dcterms:W3CDTF">2016-05-27T13:41:31Z</dcterms:created>
  <dcterms:modified xsi:type="dcterms:W3CDTF">2017-06-16T16:21:51Z</dcterms:modified>
</cp:coreProperties>
</file>